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367ae896543b0" /><Relationship Type="http://schemas.openxmlformats.org/officeDocument/2006/relationships/extended-properties" Target="/docProps/app.xml" Id="R10ea384c74a347f1" /><Relationship Type="http://schemas.openxmlformats.org/officeDocument/2006/relationships/officeDocument" Target="/ppt/presentation.xml" Id="Ra03a51b430bc4d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c3e76d092b4f41"/>
  </p:sldMasterIdLst>
  <p:notesMasterIdLst>
    <p:notesMasterId xmlns:r="http://schemas.openxmlformats.org/officeDocument/2006/relationships" r:id="Rec657c48bb4940ff"/>
  </p:notesMasterIdLst>
  <p:sldIdLst>
    <p:sldId xmlns:r="http://schemas.openxmlformats.org/officeDocument/2006/relationships" id="256" r:id="R8cecb5d886764d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c98cb77cd0455a" /><Relationship Type="http://schemas.openxmlformats.org/officeDocument/2006/relationships/slideMaster" Target="/ppt/slideMasters/slideMaster1.xml" Id="R1ac3e76d092b4f41" /><Relationship Type="http://schemas.openxmlformats.org/officeDocument/2006/relationships/notesMaster" Target="/ppt/notesMasters/notesMaster1.xml" Id="Rec657c48bb4940ff" /><Relationship Type="http://schemas.openxmlformats.org/officeDocument/2006/relationships/presProps" Target="/ppt/presProps.xml" Id="Ra9f16576f24d433f" /><Relationship Type="http://schemas.openxmlformats.org/officeDocument/2006/relationships/tableStyles" Target="/ppt/tableStyles.xml" Id="R709283038d80403d" /><Relationship Type="http://schemas.openxmlformats.org/officeDocument/2006/relationships/slide" Target="/ppt/slides/slide1.xml" Id="R8cecb5d886764d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8f4c2a631447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6b4aa98c134601" /><Relationship Type="http://schemas.openxmlformats.org/officeDocument/2006/relationships/notesMaster" Target="/ppt/notesMasters/notesMaster1.xml" Id="R8fd8894e56f64f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8faeba60949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26c706b1004c23" /><Relationship Type="http://schemas.openxmlformats.org/officeDocument/2006/relationships/slideLayout" Target="/ppt/slideLayouts/slideLayout1.xml" Id="R0c049d35e0f842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049d35e0f842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ef364aaef4ec6" /><Relationship Type="http://schemas.openxmlformats.org/officeDocument/2006/relationships/notesSlide" Target="/ppt/notesSlides/notesSlide1.xml" Id="Rc8ecde9ecc5141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5E87BE-F893-4A1D-9188-2D5CE0F8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292"/>
          </a:solidFill>
          <a:ln xmlns:a="http://schemas.openxmlformats.org/drawingml/2006/main" w="0">
            <a:solidFill>
              <a:srgbClr val="0B329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572B3-AC48-417F-B7B3-59DFCDC9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3. 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D5FE3-2F6D-4920-BCFB-728B3793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6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3292"/>
                </a:solidFill>
              </a:defRPr>
            </a:pPr>
            <a:r>
              <a:rPr sz="2175" b="1">
                <a:solidFill>
                  <a:srgbClr val="0B3292"/>
                </a:solidFill>
              </a:rPr>
              <a:t>How repeated symbols are recovered in Huffman decoding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42DC0-676C-4D33-87BA-2FA7ED0A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43000"/>
            <a:ext cx="11239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7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C1163-2D28-43E0-86E9-0BBA11F8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43000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292"/>
          </a:solidFill>
          <a:ln xmlns:a="http://schemas.openxmlformats.org/drawingml/2006/main" w="0">
            <a:solidFill>
              <a:srgbClr val="0B32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AB7A1-9317-4418-A09F-2C407D4F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Compressed block contains a codebook header followed by payload bits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63942-4866-42D4-8869-B0B96653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47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B2470-B8A2-4B08-AA2B-931A1B02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02125-BA25-4D9D-8C5B-3FDAA92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A6CD9-BFE1-404B-A8C4-C248E3BC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335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875E2-0175-450B-9D53-FD76D4E8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288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block_size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D5BB1-BC39-41D0-B4D0-E8E70B38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955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7 bytes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34727-D748-4F2A-97D7-76FF80F3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33550"/>
            <a:ext cx="1571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80E53-667E-488C-97E4-D364057F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28800"/>
            <a:ext cx="141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symbol_count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2DFC5-05D4-437A-BFD4-FB451B79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1419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3 entries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D5E2C-2B4A-466B-8EAB-E71D84D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335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4288">
            <a:solidFill>
              <a:srgbClr val="6D3A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13CDD-AAA2-4F14-A284-5A984F20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288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 : len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BC4A4-81C2-4E19-9111-92181EF9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335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4288">
            <a:solidFill>
              <a:srgbClr val="6D3A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FED44-D808-44AF-A82A-DEB34832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288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 : len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44F67-AEB8-4C13-AB7F-6358CA2F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335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4288">
            <a:solidFill>
              <a:srgbClr val="6D3A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33416-491C-441F-87F6-297D0499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8288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L : len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92A92-9595-4421-9A9F-A4CB408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33550"/>
            <a:ext cx="2286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4288">
            <a:solidFill>
              <a:srgbClr val="EA580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EBC63-4839-470F-8A9F-8B3601D1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288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payload bits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30A78-084F-436D-BD65-3493D453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955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0001010110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14FB7-77CD-4A44-925D-487C557F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Header stores each symbol once. It does not store how many times each symbol repeats.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499AE-4B7D-4446-B09B-DB8B2715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Repetitions are represented by repeated codewords in the payload.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206C59-B7E6-4C1F-BF5C-B6D5D7EF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7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902F4-8BD6-40B7-AB6D-4C91B492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0">
            <a:solidFill>
              <a:srgbClr val="168A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87474-00C3-4E57-8735-90B874FD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1. RX rebuilds the canonical table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4519AC-6790-4B9B-B492-DBEF6A39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From header entries: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9BFD4A-30C5-4C44-94EE-64EE0343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76700"/>
            <a:ext cx="133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 len=1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 len=2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 len=2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A519C-9EBB-4831-B86C-FDA4A612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0530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3FA8"/>
          </a:solidFill>
          <a:ln xmlns:a="http://schemas.openxmlformats.org/drawingml/2006/main" w="0">
            <a:solidFill>
              <a:srgbClr val="123F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71E660-E79C-467C-8B61-2B435977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Canonical table: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54E44C-5928-40E9-929E-CE542085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1020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 = 0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 = 10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 = 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D634BC-04C8-4D77-9DCD-40D8854C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667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7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0D512A-D602-4756-AF56-9E00EECB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542502-319A-4E86-BE93-47A3152C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24225"/>
            <a:ext cx="3324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2. Payload is decoded sequentially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B149A4-8D14-4367-99FA-D7A533B3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62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Payload bits: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BEDBDE-8E66-4FE5-B430-DF1E1E6E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14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0 0 0 10 10 11 0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AA9CE7-6EF4-4D0B-BF12-6BECD8E3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67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Each matched codeword emits one byte: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A2A60A-DFBB-4DD8-8625-265F403A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67300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3292"/>
          </a:solidFill>
          <a:ln xmlns:a="http://schemas.openxmlformats.org/drawingml/2006/main" w="9525">
            <a:solidFill>
              <a:srgbClr val="0B329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81927F-7587-431F-A94D-68D2383C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D7CDF7-6F50-4576-84E2-CDEF0526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67300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3292"/>
          </a:solidFill>
          <a:ln xmlns:a="http://schemas.openxmlformats.org/drawingml/2006/main" w="9525">
            <a:solidFill>
              <a:srgbClr val="0B329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7F019F-33F9-4A61-ABC4-0E9063E4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43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31F36D-E7C9-4C62-9252-39A97034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67300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3292"/>
          </a:solidFill>
          <a:ln xmlns:a="http://schemas.openxmlformats.org/drawingml/2006/main" w="9525">
            <a:solidFill>
              <a:srgbClr val="0B329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EA6FBF-C39B-4FE3-98FD-C5139FE3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3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831B97-01CF-451A-A6F0-90DB90C0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67300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6D3AD6"/>
          </a:solidFill>
          <a:ln xmlns:a="http://schemas.openxmlformats.org/drawingml/2006/main" w="9525">
            <a:solidFill>
              <a:srgbClr val="6D3A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F512EF-30BD-4E8B-AA4B-DC8E0DDA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4D8582-E24E-4A21-81E6-BA1EDF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67300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6D3AD6"/>
          </a:solidFill>
          <a:ln xmlns:a="http://schemas.openxmlformats.org/drawingml/2006/main" w="9525">
            <a:solidFill>
              <a:srgbClr val="6D3A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9B7B89-67D6-4E9C-887A-7E68E1DF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43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FCC1A7-CA70-4384-A2A8-56B4E866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72125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7DC490-34A9-4855-9E5F-AA5FF958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483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CF5661-3EA9-4DE0-AA70-1849CD0D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72125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3292"/>
          </a:solidFill>
          <a:ln xmlns:a="http://schemas.openxmlformats.org/drawingml/2006/main" w="9525">
            <a:solidFill>
              <a:srgbClr val="0B329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567E47-6288-4B35-BE4A-61DD01A3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483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88EA18-A0A3-487E-B76D-697AD7AD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319087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7E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BB456A-791E-445F-B1A1-5A5B2BA4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292"/>
          </a:solidFill>
          <a:ln xmlns:a="http://schemas.openxmlformats.org/drawingml/2006/main" w="0">
            <a:solidFill>
              <a:srgbClr val="0B329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1340AD-1D77-4D18-9F03-47202F8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2422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3. Stop after block_size outputs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2266E1-EE81-4921-A931-BED281E5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909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The decoder does not need per-symbol repetition counts.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89351C-652A-40D0-8113-8C2660A3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529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It counts recovered bytes: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FAA614-048A-4AB9-8ADC-8E489106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914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E E E D D L 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44ECCA-BFFA-4529-8E64-E8AF7AED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3816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3292"/>
                </a:solidFill>
              </a:defRPr>
            </a:pPr>
            <a:r>
              <a:rPr sz="1650" b="1">
                <a:solidFill>
                  <a:srgbClr val="0B3292"/>
                </a:solidFill>
              </a:rPr>
              <a:t>output_count = 7</a:t>
            </a:r>
          </a:p>
          <a:p xmlns:a="http://schemas.openxmlformats.org/drawingml/2006/main">
            <a:pPr algn="l">
              <a:defRPr sz="1650" b="1">
                <a:solidFill>
                  <a:srgbClr val="0B3292"/>
                </a:solidFill>
              </a:defRPr>
            </a:pPr>
            <a:r>
              <a:rPr sz="1650" b="1">
                <a:solidFill>
                  <a:srgbClr val="0B3292"/>
                </a:solidFill>
              </a:rPr>
              <a:t>block_size = 7</a:t>
            </a:r>
          </a:p>
          <a:p xmlns:a="http://schemas.openxmlformats.org/drawingml/2006/main">
            <a:pPr algn="l">
              <a:defRPr sz="1650" b="1">
                <a:solidFill>
                  <a:srgbClr val="0B3292"/>
                </a:solidFill>
              </a:defRPr>
            </a:pPr>
            <a:r>
              <a:rPr sz="1650" b="1">
                <a:solidFill>
                  <a:srgbClr val="0B3292"/>
                </a:solidFill>
              </a:rPr>
              <a:t>DONE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E1A9B6-2708-48B0-9E31-5FD8FF6F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292"/>
          </a:solidFill>
          <a:ln xmlns:a="http://schemas.openxmlformats.org/drawingml/2006/main" w="0">
            <a:solidFill>
              <a:srgbClr val="0B329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8D4CCC-2FCE-44D5-A6D3-FA498CE6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3292"/>
                </a:solidFill>
              </a:defRPr>
            </a:pPr>
            <a:r>
              <a:rPr sz="1575" b="1">
                <a:solidFill>
                  <a:srgbClr val="0B3292"/>
                </a:solidFill>
              </a:rPr>
              <a:t>Key idea: the header is the dictionary; repeated occurrences are encoded as repeated codewords in the payload.</a:t>
            </a:r>
          </a:p>
        </p:txBody>
      </p:sp>
    </p:spTree>
    <p:extLst>
      <p:ext uri="{BB962C8B-B14F-4D97-AF65-F5344CB8AC3E}">
        <p14:creationId xmlns:p14="http://schemas.microsoft.com/office/powerpoint/2010/main" val="978638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2026-07-01T16:32:21.9800000Z</dcterms:created>
  <dcterms:modified xsi:type="dcterms:W3CDTF">2026-07-01T16:32:21.9810000Z</dcterms:modified>
</coreProperties>
</file>