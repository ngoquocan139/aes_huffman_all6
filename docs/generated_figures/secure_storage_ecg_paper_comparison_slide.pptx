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e9a92fd3824c9f" /><Relationship Type="http://schemas.openxmlformats.org/officeDocument/2006/relationships/extended-properties" Target="/docProps/app.xml" Id="R48f12702e4d14127" /><Relationship Type="http://schemas.openxmlformats.org/officeDocument/2006/relationships/officeDocument" Target="/ppt/presentation.xml" Id="R1618c20b82424c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44ac787de74957"/>
  </p:sldMasterIdLst>
  <p:notesMasterIdLst>
    <p:notesMasterId xmlns:r="http://schemas.openxmlformats.org/officeDocument/2006/relationships" r:id="R511c15bf93c24f5d"/>
  </p:notesMasterIdLst>
  <p:sldIdLst>
    <p:sldId xmlns:r="http://schemas.openxmlformats.org/officeDocument/2006/relationships" id="256" r:id="R0ebeccb56e044e8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ee6a24ac3d43cb" /><Relationship Type="http://schemas.openxmlformats.org/officeDocument/2006/relationships/slideMaster" Target="/ppt/slideMasters/slideMaster1.xml" Id="R4e44ac787de74957" /><Relationship Type="http://schemas.openxmlformats.org/officeDocument/2006/relationships/notesMaster" Target="/ppt/notesMasters/notesMaster1.xml" Id="R511c15bf93c24f5d" /><Relationship Type="http://schemas.openxmlformats.org/officeDocument/2006/relationships/presProps" Target="/ppt/presProps.xml" Id="Ra65f862938774ab8" /><Relationship Type="http://schemas.openxmlformats.org/officeDocument/2006/relationships/tableStyles" Target="/ppt/tableStyles.xml" Id="Ra47dfffee6644812" /><Relationship Type="http://schemas.openxmlformats.org/officeDocument/2006/relationships/slide" Target="/ppt/slides/slide1.xml" Id="R0ebeccb56e044e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01bccb524f49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799d39074c402c" /><Relationship Type="http://schemas.openxmlformats.org/officeDocument/2006/relationships/notesMaster" Target="/ppt/notesMasters/notesMaster1.xml" Id="Rbd6c46e2851c4e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d65dcca7045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dcd7b019784e1d" /><Relationship Type="http://schemas.openxmlformats.org/officeDocument/2006/relationships/slideLayout" Target="/ppt/slideLayouts/slideLayout1.xml" Id="R0489a10bbc7043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89a10bbc7043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d9bd133874922" /><Relationship Type="http://schemas.openxmlformats.org/officeDocument/2006/relationships/image" Target="/ppt/media/image.png" Id="R3a2e5d3b8d4e4b60" /><Relationship Type="http://schemas.openxmlformats.org/officeDocument/2006/relationships/notesSlide" Target="/ppt/notesSlides/notesSlide1.xml" Id="Rbb9951690c6f4f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e5d3b8d4e4b6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08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2026-07-02T10:28:23.6940000Z</dcterms:created>
  <dcterms:modified xsi:type="dcterms:W3CDTF">2026-07-02T10:28:23.6940000Z</dcterms:modified>
</coreProperties>
</file>