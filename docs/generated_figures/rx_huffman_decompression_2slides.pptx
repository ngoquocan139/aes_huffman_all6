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6f4b50d3e140d2" /><Relationship Type="http://schemas.openxmlformats.org/officeDocument/2006/relationships/extended-properties" Target="/docProps/app.xml" Id="R4b3c307922614c55" /><Relationship Type="http://schemas.openxmlformats.org/officeDocument/2006/relationships/officeDocument" Target="/ppt/presentation.xml" Id="R6eed497af49142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bf50280864a96"/>
  </p:sldMasterIdLst>
  <p:notesMasterIdLst>
    <p:notesMasterId xmlns:r="http://schemas.openxmlformats.org/officeDocument/2006/relationships" r:id="Rcae91b5aff964b4b"/>
  </p:notesMasterIdLst>
  <p:sldIdLst>
    <p:sldId xmlns:r="http://schemas.openxmlformats.org/officeDocument/2006/relationships" id="256" r:id="R3894806229554fba"/>
    <p:sldId xmlns:r="http://schemas.openxmlformats.org/officeDocument/2006/relationships" id="257" r:id="R26b2e77d71cb4a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c13c6dc4934a29" /><Relationship Type="http://schemas.openxmlformats.org/officeDocument/2006/relationships/slideMaster" Target="/ppt/slideMasters/slideMaster1.xml" Id="R95abf50280864a96" /><Relationship Type="http://schemas.openxmlformats.org/officeDocument/2006/relationships/notesMaster" Target="/ppt/notesMasters/notesMaster1.xml" Id="Rcae91b5aff964b4b" /><Relationship Type="http://schemas.openxmlformats.org/officeDocument/2006/relationships/presProps" Target="/ppt/presProps.xml" Id="R5398efcee62e4d72" /><Relationship Type="http://schemas.openxmlformats.org/officeDocument/2006/relationships/tableStyles" Target="/ppt/tableStyles.xml" Id="R19b370c9caef4634" /><Relationship Type="http://schemas.openxmlformats.org/officeDocument/2006/relationships/slide" Target="/ppt/slides/slide1.xml" Id="R3894806229554fba" /><Relationship Type="http://schemas.openxmlformats.org/officeDocument/2006/relationships/slide" Target="/ppt/slides/slide2.xml" Id="R26b2e77d71cb4a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fe72fb18348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1c56d92ef4f83" /><Relationship Type="http://schemas.openxmlformats.org/officeDocument/2006/relationships/notesMaster" Target="/ppt/notesMasters/notesMaster1.xml" Id="R03d51c11cb25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8cb12f815f4492" /><Relationship Type="http://schemas.openxmlformats.org/officeDocument/2006/relationships/notesMaster" Target="/ppt/notesMasters/notesMaster1.xml" Id="R2d45f73ebb4c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f33df208547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61e09163b44bd" /><Relationship Type="http://schemas.openxmlformats.org/officeDocument/2006/relationships/slideLayout" Target="/ppt/slideLayouts/slideLayout1.xml" Id="R24f8bae145064c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8bae145064c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d57af3add453f" /><Relationship Type="http://schemas.openxmlformats.org/officeDocument/2006/relationships/notesSlide" Target="/ppt/notesSlides/notesSlide1.xml" Id="Rd23787aeae23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9e0ee213746ec" /><Relationship Type="http://schemas.openxmlformats.org/officeDocument/2006/relationships/notesSlide" Target="/ppt/notesSlides/notesSlide2.xml" Id="Rbf1aebadd5a44c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E741C-5A16-4819-9CB7-A61E4B9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RX Canonical Huffman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9001E-E4FE-4132-95E6-B503D8A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RX reads only symbol + code length from the header, then rebuilds the same canonical code table as TX.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6AA1B-B143-4EFB-B8FD-C0236F2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E217A-34DE-4257-BE00-3D01880C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0EBF2-BA8F-44A2-8A80-9CF6316F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4BCE6-C421-442E-B587-5862C56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Read header entries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1059-0C26-423F-9B65-EF1B837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Header carries codebook information: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9FA29-4894-4923-BA28-BFADE76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764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symbol   code_len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        1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    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    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    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        4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        5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K        6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Z       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BE6B5-4022-456C-BA1C-2843E06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4B8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No original tree stored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364E7-813E-4FB2-94CE-E4B3BC6C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ECBC4-FB69-40AB-AFDB-E83F0699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EEA55-D95B-435F-A9C8-11ACD7E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309B3-A094-4716-AF64-4CB3CAC2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2477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Sort entries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37D78-F207-4228-9CB7-75799A3F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526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Canonical order: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9FABB-C44A-4039-91D9-F69B541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5740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shorter code_len first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same length: ASCII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26BA1-5D96-46DA-9E1E-CAB20F60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28925"/>
            <a:ext cx="1066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K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6BC3F-11B2-436A-8ED3-82FBEECD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57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len=3: D &lt; L &lt; 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253B5-8FB8-4A09-9121-E04801C5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7DEAC-235A-4C31-AC66-25FF0BA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31D0A-9473-4E24-BAF6-5A8F503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B3EDA-F90D-4779-9AC6-2050C808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247775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Recreate codes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7D07E-49C5-4655-8407-4088DB2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14500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Start with current_code = 0.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C2700-9D4E-4336-AF7C-F4DA67E2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len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A9944-8B6C-48CB-9EE7-6053B635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generated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483F1-5447-4CAD-A545-7330996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BC876-EE61-451D-95B3-72366A3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E =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769B0-83EA-4885-B60E-B70F909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05E01-67A1-40C0-87A8-50D876E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no symbol, shift left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62B42-5FAF-4AB9-BD0A-DF3EB18A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49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7F311-8F6A-44A6-A1A8-D28D931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D = 100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L = 101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U = 110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F590C-C95B-4262-9E70-1671D7D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92983-6B20-40E4-87B2-069A894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C = 1110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62572-AF22-459D-B141-DEDF6C5A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F6982-89EC-43D8-B772-77CA423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M = 11110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F0780C-D96F-464F-92ED-7B4DBBF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0600"/>
            <a:ext cx="49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AFD712-EA17-4E16-B4D7-BB8130D3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K = 111110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Z = 111111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72D111-207B-4E25-9D6B-3B5EA9FB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14D7A-E940-4D51-A517-5E99849F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1C9A9C-8619-4F72-B88B-CBF211C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7D8"/>
          </a:solidFill>
          <a:ln xmlns:a="http://schemas.openxmlformats.org/drawingml/2006/main" w="0">
            <a:solidFill>
              <a:srgbClr val="713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13919-0A66-4732-9370-FB7FFB0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4. RX lookup table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6B2EEB-FEE2-437F-A511-01C63B2C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1450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The decoder stores prefix rules: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58F367-FBB8-4619-922B-6B6C75F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14550"/>
            <a:ext cx="2114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4288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code      symbol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         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100       D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101       L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110       U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1110      C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11110     M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111110    K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111111    Z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942A2C-2C32-4A9F-9809-FF38D55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053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Same table as TX because the canonical rule is deterministic.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6F8EE0-DAF7-4BE0-90F9-B10616B3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7CC78C-15E8-4370-B846-91D627C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52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Key idea: RX reconstructs the codebook from code_len; it does not transmit or rebuild the original Huffman tree.</a:t>
            </a:r>
          </a:p>
        </p:txBody>
      </p:sp>
    </p:spTree>
    <p:extLst>
      <p:ext uri="{BB962C8B-B14F-4D97-AF65-F5344CB8AC3E}">
        <p14:creationId xmlns:p14="http://schemas.microsoft.com/office/powerpoint/2010/main" val="1274987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6AE851-99C2-4FB2-AD5C-693046D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RX Huffman Payload Decoding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F9A2-6FD0-41DC-8A18-492FC707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After the table is rebuilt, payload bits are consumed by prefix match until block_size output bytes are recovered.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79E8D-A2F7-4E89-9382-4AC63CF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EDF8A-64C7-4FA3-B050-970BF54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0906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78AC2-2F90-465C-883E-1E1C37D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090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C9A28-0014-4D68-86CA-299C5D6C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60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Compressed block seen by RX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7E682-404C-4CD9-BE00-6AA0F683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2b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59A50-61CA-4B3F-A70B-8E46D86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FAE8"/>
          </a:solidFill>
          <a:ln xmlns:a="http://schemas.openxmlformats.org/drawingml/2006/main" w="14288">
            <a:solidFill>
              <a:srgbClr val="1EB9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block_size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7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59D4F-EE40-4B88-8B23-87CA83B8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14288">
            <a:solidFill>
              <a:srgbClr val="F4A6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symbol_count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8 entries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8C138-C278-417A-8C0C-713605F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4288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entries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E:1 D:3 L:3 U:3 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F8723-266D-4640-9BEA-D8D61BD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4288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payload bits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0 0 0 100 100 101 0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E876D-96FC-42F1-AE3F-D3B17B75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89"/>
                </a:solidFill>
              </a:defRPr>
            </a:pPr>
            <a:r>
              <a:rPr sz="1125" b="0">
                <a:solidFill>
                  <a:srgbClr val="5F6F89"/>
                </a:solidFill>
              </a:rPr>
              <a:t>Header = dictionary information. Payload = actual compressed data encoded using that dictionary.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55DA2-CA0E-4801-A4DD-EBA77548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31908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202AB-250F-4179-BB24-6E156E12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27222-CA80-40D9-BF78-3A9EE2D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Match prefix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153A9-4F3C-4D67-A7B1-5166DC6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Input window: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793B3-7DA4-4C0A-B2CD-8DBB8B13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1001010...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82539-0A5B-416B-88E2-0B0A076D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3429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CEB0C-B9AD-414D-9956-6BA95C4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first match: 100 =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7F035-3939-4207-8E9D-E1BF1EB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Consume 3 bits, then continue with the next prefix.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A4AD3-B283-4F26-BB16-98B1DD4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4095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55E49-57C1-42B5-9270-FDD8B616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0E594-E01F-4A01-B9CE-492C43A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95600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Decode sequentially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98C16-A6E3-44C3-BDB1-CC592CF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52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Example payload segmentation: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7B92B-EF16-4740-9448-72386944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B6E4D-A936-4A3C-97CC-E3C2EFD5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2E343-3B2A-41FB-A140-2572E886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61624-3F48-4037-B4FB-63DD8560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592DA6-17E6-41E3-AA07-F4C2AE0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E7265-3F81-4E83-84DE-D8755AED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40D34F-7BA1-4934-B5E4-4B2ED2B0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154BCC-26F8-43FA-BBAC-DE16E249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6E3B5-1E47-478B-8D3B-E22085D9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F2F958-27B3-44F1-BAA8-768AC11C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5BE5D-D942-4612-9560-DD0DF166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D1E475-DC52-4D09-AF58-97806391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36D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7A2E55-5983-4E39-BA70-42EC2464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048420-E761-4D58-B519-CDD75F8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F366D6-914F-4AAD-888D-111C4686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36D"/>
          </a:solidFill>
          <a:ln xmlns:a="http://schemas.openxmlformats.org/drawingml/2006/main" w="14288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2FAA4F-47C4-4A8F-89C5-08E16F8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4288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5C017F-2543-49E8-9277-2343D24B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3DA355-6512-47C2-AD86-A044212C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14288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29C820-7E4F-47A5-9206-261D01E3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6FB677-BB51-4358-94DE-7F2B9494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63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D0D4F7-5357-4327-9AE5-6E96D5C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4288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2ED357-3058-4D46-882D-C5C8A75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Repeated symbols come from repeated codewords in the payload, not from per-symbol counts in the header.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A024C4-B396-43D4-B531-FEE1470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3048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361EB2-AD8A-4AE7-87DE-AC1547CB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7D8"/>
          </a:solidFill>
          <a:ln xmlns:a="http://schemas.openxmlformats.org/drawingml/2006/main" w="0">
            <a:solidFill>
              <a:srgbClr val="7137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C9E821-50B3-4B8E-AA39-142866D8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9560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Stop by block_size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C9641C-AF21-4D86-BB5E-DDB54D8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909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Recovered bytes: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61FD0D-559E-4992-86D8-5BA9F7B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8620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 E E D D L 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F3BB2A-5A20-438B-98B7-CA36E91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7677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F98"/>
                </a:solidFill>
              </a:defRPr>
            </a:pPr>
            <a:r>
              <a:rPr sz="1425" b="1">
                <a:solidFill>
                  <a:srgbClr val="0B3F98"/>
                </a:solidFill>
              </a:rPr>
              <a:t>output_count = 7</a:t>
            </a:r>
          </a:p>
          <a:p xmlns:a="http://schemas.openxmlformats.org/drawingml/2006/main">
            <a:pPr algn="l">
              <a:defRPr sz="1425" b="1">
                <a:solidFill>
                  <a:srgbClr val="0B3F98"/>
                </a:solidFill>
              </a:defRPr>
            </a:pPr>
            <a:r>
              <a:rPr sz="1425" b="1">
                <a:solidFill>
                  <a:srgbClr val="0B3F98"/>
                </a:solidFill>
              </a:rPr>
              <a:t>block_size = 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331EC5-9DA4-4105-8B2B-64B99F0E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53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4288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DONE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225EB9-8C00-47CE-BDD5-5C10AAD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906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1C8042-E060-4C59-8544-FEDD7BC6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Key idea: the payload carries the repeated occurrences; block_size tells RX when the original block is fully recovered.</a:t>
            </a:r>
          </a:p>
        </p:txBody>
      </p:sp>
    </p:spTree>
    <p:extLst>
      <p:ext uri="{BB962C8B-B14F-4D97-AF65-F5344CB8AC3E}">
        <p14:creationId xmlns:p14="http://schemas.microsoft.com/office/powerpoint/2010/main" val="1884314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2026-07-01T17:22:54.9130000Z</dcterms:created>
  <dcterms:modified xsi:type="dcterms:W3CDTF">2026-07-01T17:22:54.9130000Z</dcterms:modified>
</coreProperties>
</file>